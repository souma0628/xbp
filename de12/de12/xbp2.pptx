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2" r:id="rId4"/>
    <p:sldId id="261" r:id="rId5"/>
    <p:sldId id="263" r:id="rId6"/>
    <p:sldId id="259" r:id="rId7"/>
    <p:sldId id="260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58"/>
  </p:normalViewPr>
  <p:slideViewPr>
    <p:cSldViewPr snapToGrid="0">
      <p:cViewPr varScale="1">
        <p:scale>
          <a:sx n="63" d="100"/>
          <a:sy n="63" d="100"/>
        </p:scale>
        <p:origin x="6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E8E813-67B5-A5DE-5072-F8D3B14D7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269A61D-F749-A1B3-3440-774BC234D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597C33-799B-A5F2-2C28-3DC00B97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E60497-5ADE-E676-0746-96B36D79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B0F5CA-B84C-11AB-CD99-03E8BA41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95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1AA7B-C619-67D7-80EC-7C4BD29F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C1ED90-6573-07C0-3F7C-F51717F23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96397D-ABD2-1281-3E3D-055EF2E0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C61BDF-DD8A-8BDB-600B-68404F14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A4C2F2-6EC7-CD7C-390B-A5888619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363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FE5679-22B8-106C-B593-B29799E65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EA559B-4220-6B6D-1C1F-C12AF599B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9AD45F-D678-F6C6-E197-CCD5E4DF8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9A6CD9-D934-C6CD-0229-19E11FB3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4E4984-BD3A-D755-7F49-92858B0C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14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035019-3222-2666-756D-FD94D09D2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EE35C7-5E27-8F44-AC8B-B277925D4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909F33-C624-3E9D-F623-6BDBA97B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73C9DA-51E7-E0B9-2CC8-EE237D71C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8E884F-0B45-043A-AE7F-202C9649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518D3B-5BAB-9B24-91E3-255E22C9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800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FBD541-844A-EC9C-DD98-C11A0D0F6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976F127-08F2-7762-1B2A-54D23F18B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7407C6-8952-325B-BE24-601B1D2F4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FCB6BF-465B-62FE-778F-62E30B4EB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AD8E49A-EBA3-2BE4-2363-167074F67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52287B-ADD1-7AA8-C0F4-13ED2E6F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CB2D373-EFA4-8DC4-9FF6-6C06F4F1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073F56-ABF4-EA53-AC01-CA88988F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8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B0B800-EFB0-04C2-6407-EAA4A3B9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213C31B-5FC8-821E-A213-3D77F207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45854CA-72D5-73A2-3424-713E17BB5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D9F58BB-EE4A-1A77-1D87-2D04ED6D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01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84CC9AD-F529-24B5-9DBF-23A7D83D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087EDA5-D583-1E57-C143-F273BFA4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0D3FB0-779A-FD41-BFF8-BCB03AEB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823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8D1334-2539-610F-7817-F5C66173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D86AF-4508-B144-8774-01904A66A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B2C7CF-1D88-B995-13A8-85F642660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88DEBA-BC54-2A4D-0FD0-83DCE998B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587C31-2E68-2304-299B-0D76CC44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135F7B-72CB-2173-D89B-ACCF53FAC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64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A5BBF-3F30-DF71-79DB-C71821FF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40F670F-A933-9993-1829-DE1A25FD4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49BAAF-C4CE-5E3E-16E3-3581BC0C8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9634A2-65C7-65E2-9BDD-07B71AF8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AA988D-71C2-E695-76C9-3E2F87C9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C59353-EC6E-BBB9-A12B-5C462B9D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7454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8F0A96-1263-359C-E782-D70E2DD6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A6752B-A706-E794-9702-2F2C395D1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4E1ED8-F5BC-D70F-EFF3-737394F8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694F55-1D95-A396-6349-0ECC87D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051C03-3A60-27B9-76B2-4A169406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12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490E9C-35C9-B729-5BB2-C8480D72C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4F21E1F-0EA1-500C-596A-8F01C6AF8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3D8D53-AE01-B935-77BD-6A497C9F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CF763F-D312-D2F9-7010-6FA297C3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648855-C5B6-8043-3623-052BD996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37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2D3B34A-9C85-A45A-CAD8-C0B1072B4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149EF6-E615-27D7-37AE-D78DB80A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6FB359-12B0-E423-B370-4F4C02CCE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5B156-01EE-2242-A3DC-D98C40DE2896}" type="datetimeFigureOut">
              <a:rPr kumimoji="1" lang="ja-JP" altLang="en-US" smtClean="0"/>
              <a:t>2025/11/25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A74DF7-B01A-7737-FC9A-0863A38CF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76F448-0CFF-E840-DAC6-B85DCB22F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B304C-0019-D148-932C-A04383BEAF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19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509E31-3199-0E36-FB56-9E51B8EFF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6</a:t>
            </a:r>
            <a:r>
              <a:rPr kumimoji="1" lang="ja-JP" altLang="en-US"/>
              <a:t>班　データ分析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1FE9ADA-B994-D3EC-69BC-6F51514622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97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809B284-1028-2C5F-0D56-84714C055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25" y="799922"/>
            <a:ext cx="7525377" cy="412014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07E462-6FC2-3ABD-4AD1-CB6A67583C21}"/>
              </a:ext>
            </a:extLst>
          </p:cNvPr>
          <p:cNvSpPr txBox="1"/>
          <p:nvPr/>
        </p:nvSpPr>
        <p:spPr>
          <a:xfrm>
            <a:off x="3131086" y="5613010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MS Gothic" panose="020B0609070205080204" pitchFamily="49" charset="-128"/>
                <a:ea typeface="MS Gothic" panose="020B0609070205080204" pitchFamily="49" charset="-128"/>
              </a:rPr>
              <a:t>＝　</a:t>
            </a:r>
            <a:r>
              <a:rPr kumimoji="1" lang="ja-JP" altLang="en-US" sz="3200" u="sng">
                <a:latin typeface="MS Gothic" panose="020B0609070205080204" pitchFamily="49" charset="-128"/>
                <a:ea typeface="MS Gothic" panose="020B0609070205080204" pitchFamily="49" charset="-128"/>
              </a:rPr>
              <a:t>健康的な商品が売れている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BB2CBF-707E-8500-BBB8-2D589F4C78F7}"/>
              </a:ext>
            </a:extLst>
          </p:cNvPr>
          <p:cNvSpPr txBox="1"/>
          <p:nvPr/>
        </p:nvSpPr>
        <p:spPr>
          <a:xfrm>
            <a:off x="159488" y="260105"/>
            <a:ext cx="49936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spc="600"/>
              <a:t>・</a:t>
            </a:r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売れてる</a:t>
            </a:r>
            <a:r>
              <a:rPr kumimoji="1" lang="ja-JP" altLang="en-US" sz="2000" b="1" spc="600"/>
              <a:t>商品トップ</a:t>
            </a:r>
            <a:r>
              <a:rPr kumimoji="1" lang="en-US" altLang="ja-JP" sz="2000" b="1" spc="600" dirty="0"/>
              <a:t>10(</a:t>
            </a:r>
            <a:r>
              <a:rPr kumimoji="1" lang="ja-JP" altLang="en-US" sz="2000" b="1" spc="600"/>
              <a:t>全体</a:t>
            </a:r>
            <a:r>
              <a:rPr kumimoji="1" lang="en-US" altLang="ja-JP" sz="2000" b="1" spc="600" dirty="0"/>
              <a:t>)</a:t>
            </a:r>
            <a:endParaRPr kumimoji="1" lang="ja-JP" altLang="en-US" sz="2000" b="1" spc="600"/>
          </a:p>
        </p:txBody>
      </p:sp>
    </p:spTree>
    <p:extLst>
      <p:ext uri="{BB962C8B-B14F-4D97-AF65-F5344CB8AC3E}">
        <p14:creationId xmlns:p14="http://schemas.microsoft.com/office/powerpoint/2010/main" val="32095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BE8B2AF-EFAA-2240-3307-FB137B84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5" y="1734309"/>
            <a:ext cx="3900710" cy="258421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図 4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D865F3B5-5DB2-8454-59FE-F77A1F4A9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961" y="1734309"/>
            <a:ext cx="3660077" cy="24156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B41C0D67-6F3F-6CDA-9361-55D62490E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9896" y="1734309"/>
            <a:ext cx="3737502" cy="246675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C86AE0-7C20-7DA5-3ACA-9DE44F032256}"/>
              </a:ext>
            </a:extLst>
          </p:cNvPr>
          <p:cNvSpPr txBox="1"/>
          <p:nvPr/>
        </p:nvSpPr>
        <p:spPr>
          <a:xfrm>
            <a:off x="98475" y="252060"/>
            <a:ext cx="54104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・</a:t>
            </a:r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買った人ごとの売り上げトップ</a:t>
            </a:r>
            <a:r>
              <a:rPr kumimoji="1" lang="en-US" altLang="ja-JP" sz="2000" b="1" spc="600" dirty="0">
                <a:latin typeface="MS Gothic" panose="020B0609070205080204" pitchFamily="49" charset="-128"/>
                <a:ea typeface="MS Gothic" panose="020B0609070205080204" pitchFamily="49" charset="-128"/>
              </a:rPr>
              <a:t>5</a:t>
            </a:r>
            <a:endParaRPr kumimoji="1" lang="ja-JP" altLang="en-US" sz="200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364B943-9556-7756-03DC-3086763B8FF3}"/>
              </a:ext>
            </a:extLst>
          </p:cNvPr>
          <p:cNvSpPr txBox="1"/>
          <p:nvPr/>
        </p:nvSpPr>
        <p:spPr>
          <a:xfrm>
            <a:off x="538871" y="4298698"/>
            <a:ext cx="3019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student</a:t>
            </a:r>
            <a:endParaRPr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＝お腹に溜まりやすい肉</a:t>
            </a:r>
            <a:endParaRPr kumimoji="1"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</a:t>
            </a:r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を使った商品</a:t>
            </a:r>
            <a:endParaRPr kumimoji="1"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DA7CE5E-3C5A-2471-9FB7-54421DD6D11E}"/>
              </a:ext>
            </a:extLst>
          </p:cNvPr>
          <p:cNvSpPr txBox="1"/>
          <p:nvPr/>
        </p:nvSpPr>
        <p:spPr>
          <a:xfrm>
            <a:off x="4332017" y="4304535"/>
            <a:ext cx="35940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worker</a:t>
            </a: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＝　ヘルシーな商品</a:t>
            </a:r>
            <a:endParaRPr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　</a:t>
            </a:r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=</a:t>
            </a:r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全体の売り上げトップの</a:t>
            </a:r>
            <a:endParaRPr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　　商品</a:t>
            </a:r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前ページ参照</a:t>
            </a:r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　　の多くと一致している</a:t>
            </a:r>
            <a:endParaRPr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　＝　店舗の顧客の</a:t>
            </a:r>
            <a:endParaRPr lang="en-US" altLang="ja-JP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　　　　　多くが</a:t>
            </a:r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worker??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385A8F4-3708-8D3A-B7FF-77F89E637172}"/>
              </a:ext>
            </a:extLst>
          </p:cNvPr>
          <p:cNvSpPr txBox="1"/>
          <p:nvPr/>
        </p:nvSpPr>
        <p:spPr>
          <a:xfrm>
            <a:off x="8335927" y="4318528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t</a:t>
            </a:r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ourist</a:t>
            </a:r>
          </a:p>
          <a:p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＝　横浜にちなんだ商品</a:t>
            </a:r>
          </a:p>
        </p:txBody>
      </p:sp>
    </p:spTree>
    <p:extLst>
      <p:ext uri="{BB962C8B-B14F-4D97-AF65-F5344CB8AC3E}">
        <p14:creationId xmlns:p14="http://schemas.microsoft.com/office/powerpoint/2010/main" val="393122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棒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A04B3FF5-7867-ED76-210B-CB9DB31F9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738" y="1175402"/>
            <a:ext cx="6950524" cy="411961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DF9D67-48BA-D7DA-799D-7C38AB35E816}"/>
              </a:ext>
            </a:extLst>
          </p:cNvPr>
          <p:cNvSpPr txBox="1"/>
          <p:nvPr/>
        </p:nvSpPr>
        <p:spPr>
          <a:xfrm>
            <a:off x="85060" y="191386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>
                <a:latin typeface="MS Gothic" panose="020B0609070205080204" pitchFamily="49" charset="-128"/>
                <a:ea typeface="MS Gothic" panose="020B0609070205080204" pitchFamily="49" charset="-128"/>
              </a:rPr>
              <a:t>・買った人ごとの売り上げ</a:t>
            </a:r>
            <a:endParaRPr lang="en-US" altLang="ja-JP" sz="20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sz="2000" b="1">
                <a:latin typeface="MS Gothic" panose="020B0609070205080204" pitchFamily="49" charset="-128"/>
                <a:ea typeface="MS Gothic" panose="020B0609070205080204" pitchFamily="49" charset="-128"/>
              </a:rPr>
              <a:t>　　　　＝全体の売り上げのうち、どのタイプの人の売り上げが多いか</a:t>
            </a:r>
            <a:endParaRPr kumimoji="1" lang="ja-JP" altLang="en-US" sz="2000" b="1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CB162AA-9E65-1674-1B70-F1CF6EED8091}"/>
              </a:ext>
            </a:extLst>
          </p:cNvPr>
          <p:cNvSpPr txBox="1"/>
          <p:nvPr/>
        </p:nvSpPr>
        <p:spPr>
          <a:xfrm>
            <a:off x="2519916" y="5571144"/>
            <a:ext cx="63882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MS Gothic" panose="020B0609070205080204" pitchFamily="49" charset="-128"/>
                <a:ea typeface="MS Gothic" panose="020B0609070205080204" pitchFamily="49" charset="-128"/>
              </a:rPr>
              <a:t>＝　予想通り「</a:t>
            </a:r>
            <a:r>
              <a:rPr kumimoji="1" lang="en-US" altLang="ja-JP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worker</a:t>
            </a:r>
            <a:r>
              <a:rPr kumimoji="1" lang="ja-JP" altLang="en-US" sz="2400">
                <a:latin typeface="MS Gothic" panose="020B0609070205080204" pitchFamily="49" charset="-128"/>
                <a:ea typeface="MS Gothic" panose="020B0609070205080204" pitchFamily="49" charset="-128"/>
              </a:rPr>
              <a:t>」が多い</a:t>
            </a:r>
            <a:endParaRPr kumimoji="1" lang="en-US" altLang="ja-JP" sz="2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ja-JP" altLang="en-US" sz="2400">
                <a:latin typeface="MS Gothic" panose="020B0609070205080204" pitchFamily="49" charset="-128"/>
                <a:ea typeface="MS Gothic" panose="020B0609070205080204" pitchFamily="49" charset="-128"/>
              </a:rPr>
              <a:t>　＝　現状、この店舗のボトムは「</a:t>
            </a:r>
            <a:r>
              <a:rPr lang="en-US" altLang="ja-JP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worker</a:t>
            </a:r>
            <a:r>
              <a:rPr lang="ja-JP" altLang="en-US" sz="2400">
                <a:latin typeface="MS Gothic" panose="020B0609070205080204" pitchFamily="49" charset="-128"/>
                <a:ea typeface="MS Gothic" panose="020B0609070205080204" pitchFamily="49" charset="-128"/>
              </a:rPr>
              <a:t>」</a:t>
            </a:r>
            <a:endParaRPr kumimoji="1" lang="ja-JP" altLang="en-US" sz="240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174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円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DD7311F-74C6-DA85-7667-BF6F5AC42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86" y="860550"/>
            <a:ext cx="4563628" cy="475299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571C2A-8A5B-BF55-CF5D-5EFE22325A90}"/>
              </a:ext>
            </a:extLst>
          </p:cNvPr>
          <p:cNvSpPr txBox="1"/>
          <p:nvPr/>
        </p:nvSpPr>
        <p:spPr>
          <a:xfrm>
            <a:off x="148856" y="276610"/>
            <a:ext cx="2852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・決済方法の比率</a:t>
            </a:r>
          </a:p>
        </p:txBody>
      </p:sp>
    </p:spTree>
    <p:extLst>
      <p:ext uri="{BB962C8B-B14F-4D97-AF65-F5344CB8AC3E}">
        <p14:creationId xmlns:p14="http://schemas.microsoft.com/office/powerpoint/2010/main" val="154019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, 円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140993BA-155E-C872-6B6E-ECC1205F0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571604"/>
            <a:ext cx="3517119" cy="370864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 descr="グラフ, 円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DADBCF8-8573-78EF-C7D0-4932691B5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76" y="1669623"/>
            <a:ext cx="3537345" cy="351260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2" descr="グラフ, 円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DD837B97-F0FE-D665-1DB8-F17014C22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1571605"/>
            <a:ext cx="3517120" cy="370864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140DFC-A426-B95B-D23B-77C372DA455B}"/>
              </a:ext>
            </a:extLst>
          </p:cNvPr>
          <p:cNvSpPr txBox="1"/>
          <p:nvPr/>
        </p:nvSpPr>
        <p:spPr>
          <a:xfrm>
            <a:off x="74428" y="287078"/>
            <a:ext cx="46185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・決済方法の比率</a:t>
            </a:r>
            <a:r>
              <a:rPr kumimoji="1" lang="en-US" altLang="ja-JP" sz="2000" b="1" spc="600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それぞれ</a:t>
            </a:r>
            <a:r>
              <a:rPr kumimoji="1" lang="en-US" altLang="ja-JP" sz="2000" b="1" spc="600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  <a:endParaRPr kumimoji="1" lang="ja-JP" altLang="en-US" sz="2000" b="1" spc="60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827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9488858C-F4D2-347B-B100-9EDDDEC03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867" y="711016"/>
            <a:ext cx="8911679" cy="472222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227BA3E-B5FC-7FA5-D793-8FECE3F64AD9}"/>
              </a:ext>
            </a:extLst>
          </p:cNvPr>
          <p:cNvSpPr txBox="1"/>
          <p:nvPr/>
        </p:nvSpPr>
        <p:spPr>
          <a:xfrm>
            <a:off x="0" y="138223"/>
            <a:ext cx="4519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spc="600">
                <a:latin typeface="MS Gothic" panose="020B0609070205080204" pitchFamily="49" charset="-128"/>
                <a:ea typeface="MS Gothic" panose="020B0609070205080204" pitchFamily="49" charset="-128"/>
              </a:rPr>
              <a:t>・月毎の売り上げ合計の推移</a:t>
            </a:r>
          </a:p>
        </p:txBody>
      </p:sp>
    </p:spTree>
    <p:extLst>
      <p:ext uri="{BB962C8B-B14F-4D97-AF65-F5344CB8AC3E}">
        <p14:creationId xmlns:p14="http://schemas.microsoft.com/office/powerpoint/2010/main" val="123222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142</Words>
  <Application>Microsoft Office PowerPoint</Application>
  <PresentationFormat>ワイド画面</PresentationFormat>
  <Paragraphs>23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MS Gothic</vt:lpstr>
      <vt:lpstr>游ゴシック</vt:lpstr>
      <vt:lpstr>游ゴシック Light</vt:lpstr>
      <vt:lpstr>Arial</vt:lpstr>
      <vt:lpstr>Office テーマ</vt:lpstr>
      <vt:lpstr>6班　データ分析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202502179</dc:creator>
  <cp:lastModifiedBy>颯真 鈴木</cp:lastModifiedBy>
  <cp:revision>2</cp:revision>
  <dcterms:created xsi:type="dcterms:W3CDTF">2025-11-25T03:19:47Z</dcterms:created>
  <dcterms:modified xsi:type="dcterms:W3CDTF">2025-11-25T07:36:31Z</dcterms:modified>
</cp:coreProperties>
</file>